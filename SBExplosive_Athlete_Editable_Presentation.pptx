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476" y="5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A3E55-CC53-B934-754E-3A82D08C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photo.jpg">
            <a:extLst>
              <a:ext uri="{FF2B5EF4-FFF2-40B4-BE49-F238E27FC236}">
                <a16:creationId xmlns:a16="http://schemas.microsoft.com/office/drawing/2014/main" id="{2E40F745-55B1-F946-E54C-816372B02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33" y="0"/>
            <a:ext cx="5791169" cy="6858000"/>
          </a:xfrm>
          <a:prstGeom prst="rect">
            <a:avLst/>
          </a:prstGeom>
        </p:spPr>
      </p:pic>
      <p:pic>
        <p:nvPicPr>
          <p:cNvPr id="3" name="Picture 2" descr="slide1_logo.png">
            <a:extLst>
              <a:ext uri="{FF2B5EF4-FFF2-40B4-BE49-F238E27FC236}">
                <a16:creationId xmlns:a16="http://schemas.microsoft.com/office/drawing/2014/main" id="{5E90367B-F348-98E9-8C7A-A40F5537D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1" y="1014984"/>
            <a:ext cx="1325880" cy="1298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F81772-0080-3F79-6E21-2691B4F1AA79}"/>
              </a:ext>
            </a:extLst>
          </p:cNvPr>
          <p:cNvSpPr txBox="1"/>
          <p:nvPr/>
        </p:nvSpPr>
        <p:spPr>
          <a:xfrm>
            <a:off x="4755642" y="2587752"/>
            <a:ext cx="5577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E60014"/>
                </a:solidFill>
                <a:latin typeface="Roboto Condensed"/>
              </a:rPr>
              <a:t>P E R F O R M A N C E  S Y S T E M S   ·   E S T.  S O U T H  A F R I C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19082B-4F72-30F5-F6C1-F8115111105C}"/>
              </a:ext>
            </a:extLst>
          </p:cNvPr>
          <p:cNvSpPr txBox="1"/>
          <p:nvPr/>
        </p:nvSpPr>
        <p:spPr>
          <a:xfrm>
            <a:off x="4399026" y="3044952"/>
            <a:ext cx="5897880" cy="21488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dirty="0">
                <a:solidFill>
                  <a:srgbClr val="F5F5F5"/>
                </a:solidFill>
                <a:latin typeface="Impact"/>
              </a:rPr>
              <a:t>BECOME THE ATHLETE
YOUR COMPETITION
CAN'T KEEP UP WITH.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FC704-98AA-6884-6B95-4C6AAFAC191A}"/>
              </a:ext>
            </a:extLst>
          </p:cNvPr>
          <p:cNvSpPr/>
          <p:nvPr/>
        </p:nvSpPr>
        <p:spPr>
          <a:xfrm>
            <a:off x="512064" y="5623560"/>
            <a:ext cx="1847088" cy="13716"/>
          </a:xfrm>
          <a:prstGeom prst="rect">
            <a:avLst/>
          </a:prstGeom>
          <a:solidFill>
            <a:srgbClr val="E6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51F7F-1545-5B11-BDEC-0BAC21DAA294}"/>
              </a:ext>
            </a:extLst>
          </p:cNvPr>
          <p:cNvSpPr txBox="1"/>
          <p:nvPr/>
        </p:nvSpPr>
        <p:spPr>
          <a:xfrm>
            <a:off x="512064" y="5925312"/>
            <a:ext cx="6035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AAAA"/>
                </a:solidFill>
                <a:latin typeface="Roboto Condensed"/>
              </a:rPr>
              <a:t>1,200+ ATHLETES TRAINED  ·  9 SPORTS  ·  6 YEARS OF 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F6BF4-C53E-1A96-C1C8-D43583998A63}"/>
              </a:ext>
            </a:extLst>
          </p:cNvPr>
          <p:cNvSpPr txBox="1"/>
          <p:nvPr/>
        </p:nvSpPr>
        <p:spPr>
          <a:xfrm>
            <a:off x="11356848" y="6419088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AAAAA"/>
                </a:solidFill>
                <a:latin typeface="Roboto Condensed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341036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1169" cy="6858000"/>
          </a:xfrm>
          <a:prstGeom prst="rect">
            <a:avLst/>
          </a:prstGeom>
        </p:spPr>
      </p:pic>
      <p:pic>
        <p:nvPicPr>
          <p:cNvPr id="3" name="Picture 2" descr="slide1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"/>
            <a:ext cx="1325880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" y="2267712"/>
            <a:ext cx="5577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0014"/>
                </a:solidFill>
                <a:latin typeface="Roboto Condensed"/>
              </a:rPr>
              <a:t>P E R F O R M A N C E  S Y S T E M S   ·   E S T.  S O U T H  A F R I C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2743200"/>
            <a:ext cx="5897880" cy="21488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5F5F5"/>
                </a:solidFill>
                <a:latin typeface="Impact"/>
              </a:rPr>
              <a:t>BECOME THE ATHLETE
YOUR COMPETITION
CAN'T KEEP UP WITH.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5623560"/>
            <a:ext cx="1847088" cy="13716"/>
          </a:xfrm>
          <a:prstGeom prst="rect">
            <a:avLst/>
          </a:prstGeom>
          <a:solidFill>
            <a:srgbClr val="E6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5925312"/>
            <a:ext cx="603504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AAAA"/>
                </a:solidFill>
                <a:latin typeface="Roboto Condensed"/>
              </a:rPr>
              <a:t>1,200+ ATHLETES TRAINED  ·  9 SPORTS  ·  6 YEARS OF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848" y="6419088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AAAAA"/>
                </a:solidFill>
                <a:latin typeface="Roboto Condensed"/>
              </a:rPr>
              <a:t>01 /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1169" cy="6858000"/>
          </a:xfrm>
          <a:prstGeom prst="rect">
            <a:avLst/>
          </a:prstGeom>
        </p:spPr>
      </p:pic>
      <p:pic>
        <p:nvPicPr>
          <p:cNvPr id="3" name="Picture 2" descr="slide2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"/>
            <a:ext cx="1325880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" y="2267712"/>
            <a:ext cx="5577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0014"/>
                </a:solidFill>
                <a:latin typeface="Roboto Condensed"/>
              </a:rPr>
              <a:t>O U R  M I S S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2697480"/>
            <a:ext cx="5897880" cy="1417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5F5F5"/>
                </a:solidFill>
                <a:latin typeface="Impact"/>
              </a:rPr>
              <a:t>WE BUILD ATHLETES,
NOT WORKOUTS.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4160520"/>
            <a:ext cx="1847088" cy="13716"/>
          </a:xfrm>
          <a:prstGeom prst="rect">
            <a:avLst/>
          </a:prstGeom>
          <a:solidFill>
            <a:srgbClr val="E60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7" y="4462272"/>
            <a:ext cx="5989320" cy="1691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AAAAAA"/>
                </a:solidFill>
                <a:latin typeface="Roboto Condensed"/>
              </a:rPr>
              <a:t>We exist to build athletes who move faster, hit harder and
last longer — through programming grounded in sport
science, not guesswork.
Every system we write is periodised, measurable and
built for the demands of real competition. No shortcuts.
No filler.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56848" y="6419088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AAAAA"/>
                </a:solidFill>
                <a:latin typeface="Roboto Condensed"/>
              </a:rPr>
              <a:t>02 / 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5684</TotalTime>
  <Words>197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Impact</vt:lpstr>
      <vt:lpstr>Roboto Condensed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SBExplosive Athlete — Editable Presentation</dc:title>
  <dc:subject/>
  <dc:creator>SBExplosive Athlete</dc:creator>
  <cp:keywords/>
  <dc:description>generated using python-pptx</dc:description>
  <cp:lastModifiedBy>Deadstarjoey ....</cp:lastModifiedBy>
  <cp:revision>2</cp:revision>
  <dcterms:created xsi:type="dcterms:W3CDTF">2013-01-27T09:14:16Z</dcterms:created>
  <dcterms:modified xsi:type="dcterms:W3CDTF">2026-09-07T18:21:07Z</dcterms:modified>
  <cp:category/>
</cp:coreProperties>
</file>